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endParaRPr/>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endParaRPr/>
          </a:p>
          <a:p>
            <a:r>
              <a:t>ACTUALIZACIÓN DEL USUARIO: conservar 2.87% en Training % vs HHT, según el segundo pantallazo. Valor transcrito de la referencia recibida; no recalculado con HHS/HHT. Meta visible conservada: ≥1%. Los demás gráficos y pendientes se mantienen.</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em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image" Target="../media/image4.emf"/><Relationship Id="rId7" Type="http://schemas.openxmlformats.org/officeDocument/2006/relationships/chart" Target="../charts/chart6.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Oval 25"/>
          <p:cNvSpPr/>
          <p:nvPr/>
        </p:nvSpPr>
        <p:spPr>
          <a:xfrm>
            <a:off x="548640" y="1856231"/>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 y="1764792"/>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All confined space rescue equipment was received on site.</a:t>
            </a:r>
          </a:p>
        </p:txBody>
      </p:sp>
      <p:sp>
        <p:nvSpPr>
          <p:cNvPr id="28" name="Oval 27"/>
          <p:cNvSpPr/>
          <p:nvPr/>
        </p:nvSpPr>
        <p:spPr>
          <a:xfrm>
            <a:off x="548640" y="3163824"/>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 y="3072384"/>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Training on the use of the confined space rescue equipment was completed.</a:t>
            </a:r>
          </a:p>
        </p:txBody>
      </p:sp>
      <p:sp>
        <p:nvSpPr>
          <p:cNvPr id="30" name="Oval 29"/>
          <p:cNvSpPr/>
          <p:nvPr/>
        </p:nvSpPr>
        <p:spPr>
          <a:xfrm>
            <a:off x="548640" y="4471416"/>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 y="4379976"/>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v10 | KPI cut-off 26 Oct and closing slide</dc:title>
  <dc:subject>Data unchanged; safety and environment photo/highlight slides inserted</dc:subject>
  <dc:creator>Agustina Briceño</dc:creator>
  <cp:lastModifiedBy>William Saenz santamaria</cp:lastModifiedBy>
  <cp:revision>12</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